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  <a:latin typeface="Arial Black"/>
              </a:defRPr>
            </a:pPr>
            <a:r>
              <a:t>AI 股市新聞自動化系統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測試範例簡報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使用 Streamlit 與 Python-pptx 重製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  <a:latin typeface="Arial Black"/>
              </a:defRPr>
            </a:pPr>
            <a:r>
              <a:t>目前市場痛點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1. 資訊爆炸：每日新聞量過大，無法人工閱讀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2. 情緒誤判：很難量化市場恐慌指數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3. 決策延遲：整理報告耗時，錯過交易時機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  <a:latin typeface="Arial Black"/>
              </a:defRPr>
            </a:pPr>
            <a:r>
              <a:t>AI 解決方案架構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• 資料源：Google News API + Twitter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• NLP 模型：使用 Transformer 進行摘要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</a:defRPr>
            </a:pPr>
            <a:r>
              <a:t>• 輸出端：自動生成每日早報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