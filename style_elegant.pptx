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646464"/>
                </a:solidFill>
                <a:latin typeface="Georgia"/>
              </a:defRPr>
            </a:pPr>
            <a:r>
              <a:t>AI 股市新聞自動化系統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5632704" y="2011680"/>
            <a:ext cx="91440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31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C3C3C"/>
                </a:solidFill>
                <a:latin typeface="Georgia"/>
              </a:defRPr>
            </a:pPr>
            <a:r>
              <a:t>測試範例簡報</a:t>
            </a:r>
          </a:p>
          <a:p>
            <a:pPr algn="ctr">
              <a:defRPr sz="2200">
                <a:solidFill>
                  <a:srgbClr val="3C3C3C"/>
                </a:solidFill>
                <a:latin typeface="Georgia"/>
              </a:defRPr>
            </a:pPr>
            <a:r>
              <a:t>使用 Streamlit 與 Python-pptx 重製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646464"/>
                </a:solidFill>
                <a:latin typeface="Georgia"/>
              </a:defRPr>
            </a:pPr>
            <a:r>
              <a:t>目前市場痛點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5632704" y="2011680"/>
            <a:ext cx="91440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31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C3C3C"/>
                </a:solidFill>
                <a:latin typeface="Georgia"/>
              </a:defRPr>
            </a:pPr>
            <a:r>
              <a:t>1. 資訊爆炸：每日新聞量過大，無法人工閱讀</a:t>
            </a:r>
          </a:p>
          <a:p>
            <a:pPr algn="ctr">
              <a:defRPr sz="2200">
                <a:solidFill>
                  <a:srgbClr val="3C3C3C"/>
                </a:solidFill>
                <a:latin typeface="Georgia"/>
              </a:defRPr>
            </a:pPr>
            <a:r>
              <a:t>2. 情緒誤判：很難量化市場恐慌指數</a:t>
            </a:r>
          </a:p>
          <a:p>
            <a:pPr algn="ctr">
              <a:defRPr sz="2200">
                <a:solidFill>
                  <a:srgbClr val="3C3C3C"/>
                </a:solidFill>
                <a:latin typeface="Georgia"/>
              </a:defRPr>
            </a:pPr>
            <a:r>
              <a:t>3. 決策延遲：整理報告耗時，錯過交易時機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646464"/>
                </a:solidFill>
                <a:latin typeface="Georgia"/>
              </a:defRPr>
            </a:pPr>
            <a:r>
              <a:t>AI 解決方案架構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32704" y="2011680"/>
            <a:ext cx="91440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31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C3C3C"/>
                </a:solidFill>
                <a:latin typeface="Georgia"/>
              </a:defRPr>
            </a:pPr>
            <a:r>
              <a:t>• 資料源：Google News API + Twitter</a:t>
            </a:r>
          </a:p>
          <a:p>
            <a:pPr algn="ctr">
              <a:defRPr sz="2200">
                <a:solidFill>
                  <a:srgbClr val="3C3C3C"/>
                </a:solidFill>
                <a:latin typeface="Georgia"/>
              </a:defRPr>
            </a:pPr>
            <a:r>
              <a:t>• NLP 模型：使用 Transformer 進行摘要</a:t>
            </a:r>
          </a:p>
          <a:p>
            <a:pPr algn="ctr">
              <a:defRPr sz="2200">
                <a:solidFill>
                  <a:srgbClr val="3C3C3C"/>
                </a:solidFill>
                <a:latin typeface="Georgia"/>
              </a:defRPr>
            </a:pPr>
            <a:r>
              <a:t>• 輸出端：自動生成每日早報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